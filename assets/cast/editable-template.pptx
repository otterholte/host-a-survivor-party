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60233dbdd94527" /><Relationship Type="http://schemas.openxmlformats.org/officeDocument/2006/relationships/extended-properties" Target="/docProps/app.xml" Id="R4411f1de384e4f57" /><Relationship Type="http://schemas.openxmlformats.org/officeDocument/2006/relationships/officeDocument" Target="/ppt/presentation.xml" Id="R99fa6153dc694f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6fe866ad8d4d6b"/>
  </p:sldMasterIdLst>
  <p:notesMasterIdLst>
    <p:notesMasterId xmlns:r="http://schemas.openxmlformats.org/officeDocument/2006/relationships" r:id="Rd992af78f3cd47af"/>
  </p:notesMasterIdLst>
  <p:sldIdLst>
    <p:sldId xmlns:r="http://schemas.openxmlformats.org/officeDocument/2006/relationships" id="256" r:id="R790b6335258141d6"/>
    <p:sldId xmlns:r="http://schemas.openxmlformats.org/officeDocument/2006/relationships" id="257" r:id="R44b76b6f16054619"/>
    <p:sldId xmlns:r="http://schemas.openxmlformats.org/officeDocument/2006/relationships" id="258" r:id="Rb319b92a347b42f5"/>
    <p:sldId xmlns:r="http://schemas.openxmlformats.org/officeDocument/2006/relationships" id="259" r:id="Rf90ed048c03b4336"/>
    <p:sldId xmlns:r="http://schemas.openxmlformats.org/officeDocument/2006/relationships" id="260" r:id="Rbdc6ab58d1f24d99"/>
    <p:sldId xmlns:r="http://schemas.openxmlformats.org/officeDocument/2006/relationships" id="261" r:id="R9e3d7bad49264d46"/>
    <p:sldId xmlns:r="http://schemas.openxmlformats.org/officeDocument/2006/relationships" id="262" r:id="Rfbbcaac31120437a"/>
    <p:sldId xmlns:r="http://schemas.openxmlformats.org/officeDocument/2006/relationships" id="263" r:id="R787f68e548f34848"/>
    <p:sldId xmlns:r="http://schemas.openxmlformats.org/officeDocument/2006/relationships" id="264" r:id="R07a8045006974f01"/>
    <p:sldId xmlns:r="http://schemas.openxmlformats.org/officeDocument/2006/relationships" id="265" r:id="Rfdd520ea68994bfe"/>
    <p:sldId xmlns:r="http://schemas.openxmlformats.org/officeDocument/2006/relationships" id="266" r:id="Ref9ef1b3bc124d99"/>
    <p:sldId xmlns:r="http://schemas.openxmlformats.org/officeDocument/2006/relationships" id="267" r:id="R899cb09bb5504ab1"/>
    <p:sldId xmlns:r="http://schemas.openxmlformats.org/officeDocument/2006/relationships" id="268" r:id="R0228f935403c4b89"/>
    <p:sldId xmlns:r="http://schemas.openxmlformats.org/officeDocument/2006/relationships" id="269" r:id="R974eb778f8d74258"/>
    <p:sldId xmlns:r="http://schemas.openxmlformats.org/officeDocument/2006/relationships" id="270" r:id="Rfd653f8f4c2c45a4"/>
    <p:sldId xmlns:r="http://schemas.openxmlformats.org/officeDocument/2006/relationships" id="271" r:id="R022263c72d8e4f2a"/>
    <p:sldId xmlns:r="http://schemas.openxmlformats.org/officeDocument/2006/relationships" id="272" r:id="Ra0968825987f4107"/>
    <p:sldId xmlns:r="http://schemas.openxmlformats.org/officeDocument/2006/relationships" id="273" r:id="R321cbe71459f4ead"/>
    <p:sldId xmlns:r="http://schemas.openxmlformats.org/officeDocument/2006/relationships" id="274" r:id="R40a319099b7b448e"/>
  </p:sldIdLst>
  <p:sldSz cx="9144000" cy="51435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b3ac2a2dce42fb" /><Relationship Type="http://schemas.openxmlformats.org/officeDocument/2006/relationships/slideMaster" Target="/ppt/slideMasters/slideMaster1.xml" Id="R356fe866ad8d4d6b" /><Relationship Type="http://schemas.openxmlformats.org/officeDocument/2006/relationships/notesMaster" Target="/ppt/notesMasters/notesMaster1.xml" Id="Rd992af78f3cd47af" /><Relationship Type="http://schemas.openxmlformats.org/officeDocument/2006/relationships/presProps" Target="/ppt/presProps.xml" Id="Re4c71dd20eb24712" /><Relationship Type="http://schemas.openxmlformats.org/officeDocument/2006/relationships/viewProps" Target="/ppt/viewProps.xml" Id="R326a6726e09e4e8a" /><Relationship Type="http://schemas.openxmlformats.org/officeDocument/2006/relationships/tableStyles" Target="/ppt/tableStyles.xml" Id="Rf41b93977bf04943" /><Relationship Type="http://schemas.openxmlformats.org/officeDocument/2006/relationships/slide" Target="/ppt/slides/slide1.xml" Id="R790b6335258141d6" /><Relationship Type="http://schemas.openxmlformats.org/officeDocument/2006/relationships/slide" Target="/ppt/slides/slide2.xml" Id="R44b76b6f16054619" /><Relationship Type="http://schemas.openxmlformats.org/officeDocument/2006/relationships/slide" Target="/ppt/slides/slide3.xml" Id="Rb319b92a347b42f5" /><Relationship Type="http://schemas.openxmlformats.org/officeDocument/2006/relationships/slide" Target="/ppt/slides/slide4.xml" Id="Rf90ed048c03b4336" /><Relationship Type="http://schemas.openxmlformats.org/officeDocument/2006/relationships/slide" Target="/ppt/slides/slide5.xml" Id="Rbdc6ab58d1f24d99" /><Relationship Type="http://schemas.openxmlformats.org/officeDocument/2006/relationships/slide" Target="/ppt/slides/slide6.xml" Id="R9e3d7bad49264d46" /><Relationship Type="http://schemas.openxmlformats.org/officeDocument/2006/relationships/slide" Target="/ppt/slides/slide7.xml" Id="Rfbbcaac31120437a" /><Relationship Type="http://schemas.openxmlformats.org/officeDocument/2006/relationships/slide" Target="/ppt/slides/slide8.xml" Id="R787f68e548f34848" /><Relationship Type="http://schemas.openxmlformats.org/officeDocument/2006/relationships/slide" Target="/ppt/slides/slide9.xml" Id="R07a8045006974f01" /><Relationship Type="http://schemas.openxmlformats.org/officeDocument/2006/relationships/slide" Target="/ppt/slides/slide10.xml" Id="Rfdd520ea68994bfe" /><Relationship Type="http://schemas.openxmlformats.org/officeDocument/2006/relationships/slide" Target="/ppt/slides/slide11.xml" Id="Ref9ef1b3bc124d99" /><Relationship Type="http://schemas.openxmlformats.org/officeDocument/2006/relationships/slide" Target="/ppt/slides/slide12.xml" Id="R899cb09bb5504ab1" /><Relationship Type="http://schemas.openxmlformats.org/officeDocument/2006/relationships/slide" Target="/ppt/slides/slide13.xml" Id="R0228f935403c4b89" /><Relationship Type="http://schemas.openxmlformats.org/officeDocument/2006/relationships/slide" Target="/ppt/slides/slide14.xml" Id="R974eb778f8d74258" /><Relationship Type="http://schemas.openxmlformats.org/officeDocument/2006/relationships/slide" Target="/ppt/slides/slide15.xml" Id="Rfd653f8f4c2c45a4" /><Relationship Type="http://schemas.openxmlformats.org/officeDocument/2006/relationships/slide" Target="/ppt/slides/slide16.xml" Id="R022263c72d8e4f2a" /><Relationship Type="http://schemas.openxmlformats.org/officeDocument/2006/relationships/slide" Target="/ppt/slides/slide17.xml" Id="Ra0968825987f4107" /><Relationship Type="http://schemas.openxmlformats.org/officeDocument/2006/relationships/slide" Target="/ppt/slides/slide18.xml" Id="R321cbe71459f4ead" /><Relationship Type="http://schemas.openxmlformats.org/officeDocument/2006/relationships/slide" Target="/ppt/slides/slide19.xml" Id="R40a319099b7b44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d2e7cf592a45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f42e3392b94318" /><Relationship Type="http://schemas.openxmlformats.org/officeDocument/2006/relationships/notesMaster" Target="/ppt/notesMasters/notesMaster1.xml" Id="R3f9d3282a26244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6dc687f87d4c22" /><Relationship Type="http://schemas.openxmlformats.org/officeDocument/2006/relationships/notesMaster" Target="/ppt/notesMasters/notesMaster1.xml" Id="R6f380f16028c4d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6a5d21db984df2" /><Relationship Type="http://schemas.openxmlformats.org/officeDocument/2006/relationships/notesMaster" Target="/ppt/notesMasters/notesMaster1.xml" Id="Raec37e2c8ec442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fc927cabcf4b34" /><Relationship Type="http://schemas.openxmlformats.org/officeDocument/2006/relationships/notesMaster" Target="/ppt/notesMasters/notesMaster1.xml" Id="R3a9ba0ae7f854e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bdfaac3d86481a" /><Relationship Type="http://schemas.openxmlformats.org/officeDocument/2006/relationships/notesMaster" Target="/ppt/notesMasters/notesMaster1.xml" Id="Re43b8e0dc7b64f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bb168e9dc6448f" /><Relationship Type="http://schemas.openxmlformats.org/officeDocument/2006/relationships/notesMaster" Target="/ppt/notesMasters/notesMaster1.xml" Id="Rf166900c6d4e44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41d263fb2f4f3b" /><Relationship Type="http://schemas.openxmlformats.org/officeDocument/2006/relationships/notesMaster" Target="/ppt/notesMasters/notesMaster1.xml" Id="Rd0f4ae260ded42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e965e916344a68" /><Relationship Type="http://schemas.openxmlformats.org/officeDocument/2006/relationships/notesMaster" Target="/ppt/notesMasters/notesMaster1.xml" Id="R22fc1a0f31b64a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e0774976be4990" /><Relationship Type="http://schemas.openxmlformats.org/officeDocument/2006/relationships/notesMaster" Target="/ppt/notesMasters/notesMaster1.xml" Id="R4935d7bd69444b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7ba4fc5710407b" /><Relationship Type="http://schemas.openxmlformats.org/officeDocument/2006/relationships/notesMaster" Target="/ppt/notesMasters/notesMaster1.xml" Id="Ra7db5794135946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99c80c941e3455c" /><Relationship Type="http://schemas.openxmlformats.org/officeDocument/2006/relationships/notesMaster" Target="/ppt/notesMasters/notesMaster1.xml" Id="Rf9aa6f6d1ff747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2cf73c395d4ec5" /><Relationship Type="http://schemas.openxmlformats.org/officeDocument/2006/relationships/notesMaster" Target="/ppt/notesMasters/notesMaster1.xml" Id="Rd0f2b076892c462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ad08ee3663c4509" /><Relationship Type="http://schemas.openxmlformats.org/officeDocument/2006/relationships/notesMaster" Target="/ppt/notesMasters/notesMaster1.xml" Id="R0250d735ad6a46a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e90d145976a45d2" /><Relationship Type="http://schemas.openxmlformats.org/officeDocument/2006/relationships/notesMaster" Target="/ppt/notesMasters/notesMaster1.xml" Id="Rea0a1b187adb4c5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76db7d6d8324e6e" /><Relationship Type="http://schemas.openxmlformats.org/officeDocument/2006/relationships/notesMaster" Target="/ppt/notesMasters/notesMaster1.xml" Id="R3c2373c87053469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27c4f12b47148e8" /><Relationship Type="http://schemas.openxmlformats.org/officeDocument/2006/relationships/notesMaster" Target="/ppt/notesMasters/notesMaster1.xml" Id="R5ebaa6e0170340c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6facc3026c44066" /><Relationship Type="http://schemas.openxmlformats.org/officeDocument/2006/relationships/notesMaster" Target="/ppt/notesMasters/notesMaster1.xml" Id="R02aaab190db1433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54681096f0b4708" /><Relationship Type="http://schemas.openxmlformats.org/officeDocument/2006/relationships/notesMaster" Target="/ppt/notesMasters/notesMaster1.xml" Id="R0d83a7533fe14b2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493ac8104424448" /><Relationship Type="http://schemas.openxmlformats.org/officeDocument/2006/relationships/notesMaster" Target="/ppt/notesMasters/notesMaster1.xml" Id="Refdd368d808242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c89c5160234c1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83c8ec0739443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616ac303a54a1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f9683deeb6406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274d2413314e7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f7197cc6c7420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52239d3fe54ac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742f1814494c5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9c87bedc36487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b1458d0b334c3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9908991b5747a5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020B4A43-84BF-427F-8D6C-E4CAE015CC8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EE61A9A9-9DF2-41AA-936C-9B625B4D32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17EAFEE4-2755-44BE-B745-B9E37A0053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D272EFA0-3C76-4DE0-BDED-E639B3A5DA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58718ED8-47FA-4AC9-AF1C-40B1E3DB5E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6309F3B8-DE25-4132-8769-5F007EEB84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39E4344F-B93D-4918-98F0-97193CCAAA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2096D7FD-62D8-452A-B4B8-FC67E63DAD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E5D8EF72-AE25-4B77-BD91-42C1321D7A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2BD0475E-D191-4DFF-8982-A2E00F64B9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6C2596F7-ACA7-40BD-8AA2-9BF5E20F34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C1893FAA-3342-4E09-8608-BBFC02DBDC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83683EF1-8D86-4EF3-BCEC-DCD21C307F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ED45F962-04DD-41FF-A7B9-5911022F4D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A7FFFA24-E411-4DA0-A369-A271393932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D8F94450-F6EA-4B31-B81C-4C5CC88AF3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FA8DD528-3494-4AB2-AAEE-622C00129F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DBA7AD17-B5FC-48E1-BE40-A3FF8F3414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98DA747B-F0FF-489A-8130-8B1E0B8B68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A4D67C8B-2746-49DD-8DA0-CB0EBC86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3B0A504F-8684-4250-B1C3-ACA5FFC207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8A5AF66D-8316-4B23-9667-9B02E27297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8B6FE817-0BE0-464F-96C3-E80727FF90E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F86722DF-760A-4F34-8625-4594857FEB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66666D6D-3934-4620-B226-5804DC91B9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57ABB85F-C6FC-40C5-8F5E-9FC61B3145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5A38E94B-B707-4C06-8DDC-6F2E428D3A4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5AF6DC54-04AF-45BE-AA89-5133B91E28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C3AF8232-F935-486C-A9B8-B606E36077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332F5983-A4E7-415F-A76F-33BECBBDD4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f9ba477f744c9c" /><Relationship Type="http://schemas.openxmlformats.org/officeDocument/2006/relationships/slideLayout" Target="/ppt/slideLayouts/slideLayout1.xml" Id="R1cee91e354b84f14" /><Relationship Type="http://schemas.openxmlformats.org/officeDocument/2006/relationships/slideLayout" Target="/ppt/slideLayouts/slideLayout2.xml" Id="R1fe43b9a912f4086" /><Relationship Type="http://schemas.openxmlformats.org/officeDocument/2006/relationships/slideLayout" Target="/ppt/slideLayouts/slideLayout3.xml" Id="R07d64bcd7fcf4f8c" /><Relationship Type="http://schemas.openxmlformats.org/officeDocument/2006/relationships/slideLayout" Target="/ppt/slideLayouts/slideLayout4.xml" Id="R51d813d4d13c4f77" /><Relationship Type="http://schemas.openxmlformats.org/officeDocument/2006/relationships/slideLayout" Target="/ppt/slideLayouts/slideLayout5.xml" Id="R82c6c2676eb84508" /><Relationship Type="http://schemas.openxmlformats.org/officeDocument/2006/relationships/slideLayout" Target="/ppt/slideLayouts/slideLayout6.xml" Id="R426dcaf8162349ed" /><Relationship Type="http://schemas.openxmlformats.org/officeDocument/2006/relationships/slideLayout" Target="/ppt/slideLayouts/slideLayout7.xml" Id="Rd8be1a2bed404154" /><Relationship Type="http://schemas.openxmlformats.org/officeDocument/2006/relationships/slideLayout" Target="/ppt/slideLayouts/slideLayout8.xml" Id="R624e07db26904326" /><Relationship Type="http://schemas.openxmlformats.org/officeDocument/2006/relationships/slideLayout" Target="/ppt/slideLayouts/slideLayout9.xml" Id="Ra6cd46c889784c75" /><Relationship Type="http://schemas.openxmlformats.org/officeDocument/2006/relationships/slideLayout" Target="/ppt/slideLayouts/slideLayout10.xml" Id="R72fecdae2b824059" /><Relationship Type="http://schemas.openxmlformats.org/officeDocument/2006/relationships/slideLayout" Target="/ppt/slideLayouts/slideLayout11.xml" Id="Rda09e9e82afa4061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804B540C-0116-4EC1-ABB2-BD759ED057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C42F9C71-D296-434E-80AC-60883A8F18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BDFE8540-5DDF-4C7F-A808-E1093DE63F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ee91e354b84f14"/>
    <p:sldLayoutId xmlns:r="http://schemas.openxmlformats.org/officeDocument/2006/relationships" id="2147483650" r:id="R1fe43b9a912f4086"/>
    <p:sldLayoutId xmlns:r="http://schemas.openxmlformats.org/officeDocument/2006/relationships" id="2147483651" r:id="R07d64bcd7fcf4f8c"/>
    <p:sldLayoutId xmlns:r="http://schemas.openxmlformats.org/officeDocument/2006/relationships" id="2147483652" r:id="R51d813d4d13c4f77"/>
    <p:sldLayoutId xmlns:r="http://schemas.openxmlformats.org/officeDocument/2006/relationships" id="2147483653" r:id="R82c6c2676eb84508"/>
    <p:sldLayoutId xmlns:r="http://schemas.openxmlformats.org/officeDocument/2006/relationships" id="2147483654" r:id="R426dcaf8162349ed"/>
    <p:sldLayoutId xmlns:r="http://schemas.openxmlformats.org/officeDocument/2006/relationships" id="2147483655" r:id="Rd8be1a2bed404154"/>
    <p:sldLayoutId xmlns:r="http://schemas.openxmlformats.org/officeDocument/2006/relationships" id="2147483656" r:id="R624e07db26904326"/>
    <p:sldLayoutId xmlns:r="http://schemas.openxmlformats.org/officeDocument/2006/relationships" id="2147483657" r:id="Ra6cd46c889784c75"/>
    <p:sldLayoutId xmlns:r="http://schemas.openxmlformats.org/officeDocument/2006/relationships" id="2147483658" r:id="R72fecdae2b824059"/>
    <p:sldLayoutId xmlns:r="http://schemas.openxmlformats.org/officeDocument/2006/relationships" id="2147483659" r:id="Rda09e9e82afa406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576ccdf404df8" /><Relationship Type="http://schemas.openxmlformats.org/officeDocument/2006/relationships/image" Target="/ppt/media/image.png" Id="R9f73d1f3121c47cf" /><Relationship Type="http://schemas.openxmlformats.org/officeDocument/2006/relationships/notesSlide" Target="/ppt/notesSlides/notesSlide1.xml" Id="R2d15c2a493f447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146040b91494b3d" /><Relationship Type="http://schemas.openxmlformats.org/officeDocument/2006/relationships/image" Target="/ppt/media/image.jpeg" Id="Rb8c736b8075246cc" /><Relationship Type="http://schemas.openxmlformats.org/officeDocument/2006/relationships/notesSlide" Target="/ppt/notesSlides/notesSlide2.xml" Id="Rfe229dafb9054d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19d2929ed274b43" /><Relationship Type="http://schemas.openxmlformats.org/officeDocument/2006/relationships/image" Target="/ppt/media/image2.jpeg" Id="R049984350c844f22" /><Relationship Type="http://schemas.openxmlformats.org/officeDocument/2006/relationships/notesSlide" Target="/ppt/notesSlides/notesSlide3.xml" Id="Rab1ddbc79f6548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858d67183bb40f5" /><Relationship Type="http://schemas.openxmlformats.org/officeDocument/2006/relationships/image" Target="/ppt/media/image3.jpeg" Id="R6740475a7433447c" /><Relationship Type="http://schemas.openxmlformats.org/officeDocument/2006/relationships/notesSlide" Target="/ppt/notesSlides/notesSlide4.xml" Id="R610227d7a63e47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e80dc4197744aaf" /><Relationship Type="http://schemas.openxmlformats.org/officeDocument/2006/relationships/image" Target="/ppt/media/image4.jpeg" Id="Red686c6244b048da" /><Relationship Type="http://schemas.openxmlformats.org/officeDocument/2006/relationships/notesSlide" Target="/ppt/notesSlides/notesSlide5.xml" Id="Rcfb3005694a748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12bb12db3894ed0" /><Relationship Type="http://schemas.openxmlformats.org/officeDocument/2006/relationships/image" Target="/ppt/media/image5.jpeg" Id="Rfd2a6158c3744e20" /><Relationship Type="http://schemas.openxmlformats.org/officeDocument/2006/relationships/notesSlide" Target="/ppt/notesSlides/notesSlide6.xml" Id="R29174861e1e94e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65f9be90e724616" /><Relationship Type="http://schemas.openxmlformats.org/officeDocument/2006/relationships/image" Target="/ppt/media/image6.jpeg" Id="R8902393a256944d2" /><Relationship Type="http://schemas.openxmlformats.org/officeDocument/2006/relationships/notesSlide" Target="/ppt/notesSlides/notesSlide7.xml" Id="R8840859c249b48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1ce18b817d04e00" /><Relationship Type="http://schemas.openxmlformats.org/officeDocument/2006/relationships/image" Target="/ppt/media/image7.jpeg" Id="Rb10eb15f45ca4244" /><Relationship Type="http://schemas.openxmlformats.org/officeDocument/2006/relationships/notesSlide" Target="/ppt/notesSlides/notesSlide8.xml" Id="Rcb51d2e787164c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a83732144b748e7" /><Relationship Type="http://schemas.openxmlformats.org/officeDocument/2006/relationships/image" Target="/ppt/media/image8.jpeg" Id="R21ae1511581f4eab" /><Relationship Type="http://schemas.openxmlformats.org/officeDocument/2006/relationships/notesSlide" Target="/ppt/notesSlides/notesSlide9.xml" Id="Rc92ce65955ed47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ed71303150a489a" /><Relationship Type="http://schemas.openxmlformats.org/officeDocument/2006/relationships/image" Target="/ppt/media/image9.jpeg" Id="Rdb3578b58be1429c" /><Relationship Type="http://schemas.openxmlformats.org/officeDocument/2006/relationships/notesSlide" Target="/ppt/notesSlides/notesSlide10.xml" Id="Rd4c72a6db3a94d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dab8730374bb2" /><Relationship Type="http://schemas.openxmlformats.org/officeDocument/2006/relationships/image" Target="/ppt/media/image10.jpeg" Id="Ra4a6616e4c414eeb" /><Relationship Type="http://schemas.openxmlformats.org/officeDocument/2006/relationships/notesSlide" Target="/ppt/notesSlides/notesSlide11.xml" Id="R85018d3e02ec425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c13485323874cb2" /><Relationship Type="http://schemas.openxmlformats.org/officeDocument/2006/relationships/image" Target="/ppt/media/image11.jpeg" Id="Rf659ff707e274455" /><Relationship Type="http://schemas.openxmlformats.org/officeDocument/2006/relationships/notesSlide" Target="/ppt/notesSlides/notesSlide12.xml" Id="R2fc033ab0bd545d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1984caadf8c43cd" /><Relationship Type="http://schemas.openxmlformats.org/officeDocument/2006/relationships/image" Target="/ppt/media/image12.jpeg" Id="R634e8f18ee93418a" /><Relationship Type="http://schemas.openxmlformats.org/officeDocument/2006/relationships/notesSlide" Target="/ppt/notesSlides/notesSlide13.xml" Id="Rea5b051a500545f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22f3b06f47440fa" /><Relationship Type="http://schemas.openxmlformats.org/officeDocument/2006/relationships/image" Target="/ppt/media/image13.jpeg" Id="Re9b1baaf5006485e" /><Relationship Type="http://schemas.openxmlformats.org/officeDocument/2006/relationships/notesSlide" Target="/ppt/notesSlides/notesSlide14.xml" Id="Refc3242d04064ad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76adfcc4bf44808" /><Relationship Type="http://schemas.openxmlformats.org/officeDocument/2006/relationships/image" Target="/ppt/media/image14.jpeg" Id="R571a012e3a6a4d0f" /><Relationship Type="http://schemas.openxmlformats.org/officeDocument/2006/relationships/notesSlide" Target="/ppt/notesSlides/notesSlide15.xml" Id="R03f347916ca5494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ebf29d5f29f4e1c" /><Relationship Type="http://schemas.openxmlformats.org/officeDocument/2006/relationships/image" Target="/ppt/media/image15.jpeg" Id="R0baadf376eb54645" /><Relationship Type="http://schemas.openxmlformats.org/officeDocument/2006/relationships/notesSlide" Target="/ppt/notesSlides/notesSlide16.xml" Id="Rbf0428149b894d8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064dbfe53834182" /><Relationship Type="http://schemas.openxmlformats.org/officeDocument/2006/relationships/image" Target="/ppt/media/image16.jpeg" Id="Rcc6780f8c87740e9" /><Relationship Type="http://schemas.openxmlformats.org/officeDocument/2006/relationships/notesSlide" Target="/ppt/notesSlides/notesSlide17.xml" Id="R58fa9f0a9e3c489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464c5f38b6d4b69" /><Relationship Type="http://schemas.openxmlformats.org/officeDocument/2006/relationships/image" Target="/ppt/media/image17.jpeg" Id="R84d27963d9a94bd4" /><Relationship Type="http://schemas.openxmlformats.org/officeDocument/2006/relationships/notesSlide" Target="/ppt/notesSlides/notesSlide18.xml" Id="R3c209d71caa0446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9972670434758" /><Relationship Type="http://schemas.openxmlformats.org/officeDocument/2006/relationships/image" Target="/ppt/media/image2.png" Id="R57d5be811d6a413b" /><Relationship Type="http://schemas.openxmlformats.org/officeDocument/2006/relationships/notesSlide" Target="/ppt/notesSlides/notesSlide19.xml" Id="R96cedc31a358459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165669FE-37E4-4C17-8694-AF4A80854A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73d1f3121c47cf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2862260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690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0" name="Google Shape;60;p14">
            <a:extLst xmlns:a="http://schemas.openxmlformats.org/drawingml/2006/main">
              <a:ext uri="{FF2B5EF4-FFF2-40B4-BE49-F238E27FC236}">
                <a16:creationId xmlns:a16="http://schemas.microsoft.com/office/drawing/2014/main" id="{C1964BA5-17C5-4963-9634-839425CF87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c736b8075246cc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1" name="PLAYER_NAME">
            <a:extLst xmlns:a="http://schemas.openxmlformats.org/drawingml/2006/main">
              <a:ext uri="{FF2B5EF4-FFF2-40B4-BE49-F238E27FC236}">
                <a16:creationId xmlns:a16="http://schemas.microsoft.com/office/drawing/2014/main" id="{5ED1D03E-957D-4CD4-9D89-B37863DC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4" y="2011109"/>
            <a:ext cx="2990088" cy="1126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5100">
                <a:solidFill>
                  <a:srgbClr val="DDB887"/>
                </a:solidFill>
                <a:latin typeface="Impact"/>
                <a:ea typeface="Impact"/>
                <a:cs typeface="Impact"/>
              </a:defRPr>
            </a:defPPr>
          </a:lstStyle>
          <a:p xmlns:a="http://schemas.openxmlformats.org/drawingml/2006/main">
            <a:pPr algn="ctr">
              <a:defRPr sz="5100">
                <a:solidFill>
                  <a:srgbClr val="DDB887"/>
                </a:solidFill>
                <a:latin typeface="Impact"/>
                <a:ea typeface="Impact"/>
                <a:cs typeface="Impact"/>
              </a:defRPr>
            </a:pPr>
            <a:r>
              <a:rPr sz="5100">
                <a:solidFill>
                  <a:srgbClr val="DDB887"/>
                </a:solidFill>
                <a:latin typeface="Impact"/>
                <a:ea typeface="Impact"/>
                <a:cs typeface="Impact"/>
              </a:rPr>
              <a:t>PLAYER 01</a:t>
            </a:r>
          </a:p>
        </p:txBody>
      </p:sp>
    </p:spTree>
    <p:extLst>
      <p:ext uri="{BB962C8B-B14F-4D97-AF65-F5344CB8AC3E}">
        <p14:creationId xmlns:p14="http://schemas.microsoft.com/office/powerpoint/2010/main" val="20226305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74E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5" name="Google Shape;65;p15">
            <a:extLst xmlns:a="http://schemas.openxmlformats.org/drawingml/2006/main">
              <a:ext uri="{FF2B5EF4-FFF2-40B4-BE49-F238E27FC236}">
                <a16:creationId xmlns:a16="http://schemas.microsoft.com/office/drawing/2014/main" id="{478BB625-D5CA-4F11-9516-9D2EAA2852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9984350c844f22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6" name="PLAYER_NAME">
            <a:extLst xmlns:a="http://schemas.openxmlformats.org/drawingml/2006/main">
              <a:ext uri="{FF2B5EF4-FFF2-40B4-BE49-F238E27FC236}">
                <a16:creationId xmlns:a16="http://schemas.microsoft.com/office/drawing/2014/main" id="{13874C75-A6BE-4CEE-BCF6-B06A1B7C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774507"/>
            <a:ext cx="2971800" cy="1157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5100">
                <a:solidFill>
                  <a:srgbClr val="DFC18F"/>
                </a:solidFill>
                <a:latin typeface="Impact"/>
                <a:ea typeface="Impact"/>
                <a:cs typeface="Impact"/>
              </a:defRPr>
            </a:defPPr>
          </a:lstStyle>
          <a:p xmlns:a="http://schemas.openxmlformats.org/drawingml/2006/main">
            <a:pPr algn="ctr">
              <a:defRPr sz="5100">
                <a:solidFill>
                  <a:srgbClr val="DFC18F"/>
                </a:solidFill>
                <a:latin typeface="Impact"/>
                <a:ea typeface="Impact"/>
                <a:cs typeface="Impact"/>
              </a:defRPr>
            </a:pPr>
            <a:r>
              <a:rPr sz="5100">
                <a:solidFill>
                  <a:srgbClr val="DFC18F"/>
                </a:solidFill>
                <a:latin typeface="Impact"/>
                <a:ea typeface="Impact"/>
                <a:cs typeface="Impact"/>
              </a:rPr>
              <a:t>PLAYER 02</a:t>
            </a:r>
          </a:p>
        </p:txBody>
      </p:sp>
    </p:spTree>
    <p:extLst>
      <p:ext uri="{BB962C8B-B14F-4D97-AF65-F5344CB8AC3E}">
        <p14:creationId xmlns:p14="http://schemas.microsoft.com/office/powerpoint/2010/main" val="2275802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690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0" name="Google Shape;70;p16">
            <a:extLst xmlns:a="http://schemas.openxmlformats.org/drawingml/2006/main">
              <a:ext uri="{FF2B5EF4-FFF2-40B4-BE49-F238E27FC236}">
                <a16:creationId xmlns:a16="http://schemas.microsoft.com/office/drawing/2014/main" id="{809D01D0-BAED-4949-BBBA-D01A8D4321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0475a7433447c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1" name="PLAYER_NAME">
            <a:extLst xmlns:a="http://schemas.openxmlformats.org/drawingml/2006/main">
              <a:ext uri="{FF2B5EF4-FFF2-40B4-BE49-F238E27FC236}">
                <a16:creationId xmlns:a16="http://schemas.microsoft.com/office/drawing/2014/main" id="{DE8A9A70-4D6E-4891-B24D-1D901F86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753934"/>
            <a:ext cx="2944368" cy="1177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5100">
                <a:solidFill>
                  <a:srgbClr val="DDB887"/>
                </a:solidFill>
                <a:latin typeface="Impact"/>
                <a:ea typeface="Impact"/>
                <a:cs typeface="Impact"/>
              </a:defRPr>
            </a:defPPr>
          </a:lstStyle>
          <a:p xmlns:a="http://schemas.openxmlformats.org/drawingml/2006/main">
            <a:pPr algn="ctr">
              <a:defRPr sz="5100">
                <a:solidFill>
                  <a:srgbClr val="DDB887"/>
                </a:solidFill>
                <a:latin typeface="Impact"/>
                <a:ea typeface="Impact"/>
                <a:cs typeface="Impact"/>
              </a:defRPr>
            </a:pPr>
            <a:r>
              <a:rPr sz="5100">
                <a:solidFill>
                  <a:srgbClr val="DDB887"/>
                </a:solidFill>
                <a:latin typeface="Impact"/>
                <a:ea typeface="Impact"/>
                <a:cs typeface="Impact"/>
              </a:rPr>
              <a:t>PLAYER 03</a:t>
            </a:r>
          </a:p>
        </p:txBody>
      </p:sp>
    </p:spTree>
    <p:extLst>
      <p:ext uri="{BB962C8B-B14F-4D97-AF65-F5344CB8AC3E}">
        <p14:creationId xmlns:p14="http://schemas.microsoft.com/office/powerpoint/2010/main" val="2214305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7" name="Google Shape;77;p17">
            <a:extLst xmlns:a="http://schemas.openxmlformats.org/drawingml/2006/main">
              <a:ext uri="{FF2B5EF4-FFF2-40B4-BE49-F238E27FC236}">
                <a16:creationId xmlns:a16="http://schemas.microsoft.com/office/drawing/2014/main" id="{888C2F78-B0D4-4C3B-9AB4-0A2B9D8FFD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86c6244b048da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" name="PLAYER_NAME">
            <a:extLst xmlns:a="http://schemas.openxmlformats.org/drawingml/2006/main">
              <a:ext uri="{FF2B5EF4-FFF2-40B4-BE49-F238E27FC236}">
                <a16:creationId xmlns:a16="http://schemas.microsoft.com/office/drawing/2014/main" id="{97A3B61F-8C38-46C4-A963-8595C562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2005965"/>
            <a:ext cx="2779776" cy="1244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5100">
                <a:solidFill>
                  <a:srgbClr val="A8BB36"/>
                </a:solidFill>
                <a:latin typeface="Impact"/>
                <a:ea typeface="Impact"/>
                <a:cs typeface="Impact"/>
              </a:defRPr>
            </a:defPPr>
          </a:lstStyle>
          <a:p xmlns:a="http://schemas.openxmlformats.org/drawingml/2006/main">
            <a:pPr algn="ctr">
              <a:defRPr sz="5100">
                <a:solidFill>
                  <a:srgbClr val="A8BB36"/>
                </a:solidFill>
                <a:latin typeface="Impact"/>
                <a:ea typeface="Impact"/>
                <a:cs typeface="Impact"/>
              </a:defRPr>
            </a:pPr>
            <a:r>
              <a:rPr sz="5100">
                <a:solidFill>
                  <a:srgbClr val="A8BB36"/>
                </a:solidFill>
                <a:latin typeface="Impact"/>
                <a:ea typeface="Impact"/>
                <a:cs typeface="Impact"/>
              </a:rPr>
              <a:t>PLAYER 04</a:t>
            </a:r>
          </a:p>
        </p:txBody>
      </p:sp>
    </p:spTree>
    <p:extLst>
      <p:ext uri="{BB962C8B-B14F-4D97-AF65-F5344CB8AC3E}">
        <p14:creationId xmlns:p14="http://schemas.microsoft.com/office/powerpoint/2010/main" val="3227128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74E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2" name="Google Shape;82;p18">
            <a:extLst xmlns:a="http://schemas.openxmlformats.org/drawingml/2006/main">
              <a:ext uri="{FF2B5EF4-FFF2-40B4-BE49-F238E27FC236}">
                <a16:creationId xmlns:a16="http://schemas.microsoft.com/office/drawing/2014/main" id="{E59E0CE3-666C-4E78-BFCE-BAD140A333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a6158c3744e20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3" name="PLAYER_NAME">
            <a:extLst xmlns:a="http://schemas.openxmlformats.org/drawingml/2006/main">
              <a:ext uri="{FF2B5EF4-FFF2-40B4-BE49-F238E27FC236}">
                <a16:creationId xmlns:a16="http://schemas.microsoft.com/office/drawing/2014/main" id="{A8B5E995-E623-4C40-ACA0-508B44BA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0408" y="1723073"/>
            <a:ext cx="2670048" cy="13115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5100">
                <a:solidFill>
                  <a:srgbClr val="E7C28E"/>
                </a:solidFill>
                <a:latin typeface="Impact"/>
                <a:ea typeface="Impact"/>
                <a:cs typeface="Impact"/>
              </a:defRPr>
            </a:defPPr>
          </a:lstStyle>
          <a:p xmlns:a="http://schemas.openxmlformats.org/drawingml/2006/main">
            <a:pPr algn="ctr">
              <a:defRPr sz="5100">
                <a:solidFill>
                  <a:srgbClr val="E7C28E"/>
                </a:solidFill>
                <a:latin typeface="Impact"/>
                <a:ea typeface="Impact"/>
                <a:cs typeface="Impact"/>
              </a:defRPr>
            </a:pPr>
            <a:r>
              <a:rPr sz="5100">
                <a:solidFill>
                  <a:srgbClr val="E7C28E"/>
                </a:solidFill>
                <a:latin typeface="Impact"/>
                <a:ea typeface="Impact"/>
                <a:cs typeface="Impact"/>
              </a:rPr>
              <a:t>PLAYER 05</a:t>
            </a:r>
          </a:p>
        </p:txBody>
      </p:sp>
    </p:spTree>
    <p:extLst>
      <p:ext uri="{BB962C8B-B14F-4D97-AF65-F5344CB8AC3E}">
        <p14:creationId xmlns:p14="http://schemas.microsoft.com/office/powerpoint/2010/main" val="20567574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7" name="Google Shape;87;p19">
            <a:extLst xmlns:a="http://schemas.openxmlformats.org/drawingml/2006/main">
              <a:ext uri="{FF2B5EF4-FFF2-40B4-BE49-F238E27FC236}">
                <a16:creationId xmlns:a16="http://schemas.microsoft.com/office/drawing/2014/main" id="{CEFC57A4-5886-41CF-B7E8-FAC72EC93E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02393a256944d2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8" name="PLAYER_NAME">
            <a:extLst xmlns:a="http://schemas.openxmlformats.org/drawingml/2006/main">
              <a:ext uri="{FF2B5EF4-FFF2-40B4-BE49-F238E27FC236}">
                <a16:creationId xmlns:a16="http://schemas.microsoft.com/office/drawing/2014/main" id="{7F61B420-D44B-4157-9598-80E22551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1774507"/>
            <a:ext cx="3675888" cy="1517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5100">
                <a:solidFill>
                  <a:srgbClr val="A0AF2C"/>
                </a:solidFill>
                <a:latin typeface="Impact"/>
                <a:ea typeface="Impact"/>
                <a:cs typeface="Impact"/>
              </a:defRPr>
            </a:defPPr>
          </a:lstStyle>
          <a:p xmlns:a="http://schemas.openxmlformats.org/drawingml/2006/main">
            <a:pPr algn="ctr">
              <a:defRPr sz="5100">
                <a:solidFill>
                  <a:srgbClr val="A0AF2C"/>
                </a:solidFill>
                <a:latin typeface="Impact"/>
                <a:ea typeface="Impact"/>
                <a:cs typeface="Impact"/>
              </a:defRPr>
            </a:pPr>
            <a:r>
              <a:rPr sz="5100">
                <a:solidFill>
                  <a:srgbClr val="A0AF2C"/>
                </a:solidFill>
                <a:latin typeface="Impact"/>
                <a:ea typeface="Impact"/>
                <a:cs typeface="Impact"/>
              </a:rPr>
              <a:t>PLAYER 06</a:t>
            </a:r>
          </a:p>
        </p:txBody>
      </p:sp>
    </p:spTree>
    <p:extLst>
      <p:ext uri="{BB962C8B-B14F-4D97-AF65-F5344CB8AC3E}">
        <p14:creationId xmlns:p14="http://schemas.microsoft.com/office/powerpoint/2010/main" val="75730394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2" name="Google Shape;92;p20">
            <a:extLst xmlns:a="http://schemas.openxmlformats.org/drawingml/2006/main">
              <a:ext uri="{FF2B5EF4-FFF2-40B4-BE49-F238E27FC236}">
                <a16:creationId xmlns:a16="http://schemas.microsoft.com/office/drawing/2014/main" id="{E7F83630-B784-4859-9E65-01113496F1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eb15f45ca4244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3" name="PLAYER_NAME">
            <a:extLst xmlns:a="http://schemas.openxmlformats.org/drawingml/2006/main">
              <a:ext uri="{FF2B5EF4-FFF2-40B4-BE49-F238E27FC236}">
                <a16:creationId xmlns:a16="http://schemas.microsoft.com/office/drawing/2014/main" id="{B197322F-0A46-4741-8889-6388ED92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3474720" cy="1002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5100">
                <a:solidFill>
                  <a:srgbClr val="42BCD9"/>
                </a:solidFill>
                <a:latin typeface="Impact"/>
                <a:ea typeface="Impact"/>
                <a:cs typeface="Impact"/>
              </a:defRPr>
            </a:defPPr>
          </a:lstStyle>
          <a:p xmlns:a="http://schemas.openxmlformats.org/drawingml/2006/main">
            <a:pPr algn="ctr">
              <a:defRPr sz="5100">
                <a:solidFill>
                  <a:srgbClr val="42BCD9"/>
                </a:solidFill>
                <a:latin typeface="Impact"/>
                <a:ea typeface="Impact"/>
                <a:cs typeface="Impact"/>
              </a:defRPr>
            </a:pPr>
            <a:r>
              <a:rPr sz="5100">
                <a:solidFill>
                  <a:srgbClr val="42BCD9"/>
                </a:solidFill>
                <a:latin typeface="Impact"/>
                <a:ea typeface="Impact"/>
                <a:cs typeface="Impact"/>
              </a:rPr>
              <a:t>PLAYER 07</a:t>
            </a:r>
          </a:p>
        </p:txBody>
      </p:sp>
    </p:spTree>
    <p:extLst>
      <p:ext uri="{BB962C8B-B14F-4D97-AF65-F5344CB8AC3E}">
        <p14:creationId xmlns:p14="http://schemas.microsoft.com/office/powerpoint/2010/main" val="11082401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" name="Google Shape;100;p21">
            <a:extLst xmlns:a="http://schemas.openxmlformats.org/drawingml/2006/main">
              <a:ext uri="{FF2B5EF4-FFF2-40B4-BE49-F238E27FC236}">
                <a16:creationId xmlns:a16="http://schemas.microsoft.com/office/drawing/2014/main" id="{0638F818-B6DC-48BC-99F8-1927FFF235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e1511581f4eab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1" name="PLAYER_NAME">
            <a:extLst xmlns:a="http://schemas.openxmlformats.org/drawingml/2006/main">
              <a:ext uri="{FF2B5EF4-FFF2-40B4-BE49-F238E27FC236}">
                <a16:creationId xmlns:a16="http://schemas.microsoft.com/office/drawing/2014/main" id="{9A51EED6-E26D-455B-881E-7DEF0015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985391"/>
            <a:ext cx="3931920" cy="1157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5100">
                <a:solidFill>
                  <a:srgbClr val="6BD2EB"/>
                </a:solidFill>
                <a:latin typeface="Impact"/>
                <a:ea typeface="Impact"/>
                <a:cs typeface="Impact"/>
              </a:defRPr>
            </a:defPPr>
          </a:lstStyle>
          <a:p xmlns:a="http://schemas.openxmlformats.org/drawingml/2006/main">
            <a:pPr algn="ctr">
              <a:defRPr sz="5100">
                <a:solidFill>
                  <a:srgbClr val="6BD2EB"/>
                </a:solidFill>
                <a:latin typeface="Impact"/>
                <a:ea typeface="Impact"/>
                <a:cs typeface="Impact"/>
              </a:defRPr>
            </a:pPr>
            <a:r>
              <a:rPr sz="5100">
                <a:solidFill>
                  <a:srgbClr val="6BD2EB"/>
                </a:solidFill>
                <a:latin typeface="Impact"/>
                <a:ea typeface="Impact"/>
                <a:cs typeface="Impact"/>
              </a:rPr>
              <a:t>PLAYER 08</a:t>
            </a:r>
          </a:p>
        </p:txBody>
      </p:sp>
    </p:spTree>
    <p:extLst>
      <p:ext uri="{BB962C8B-B14F-4D97-AF65-F5344CB8AC3E}">
        <p14:creationId xmlns:p14="http://schemas.microsoft.com/office/powerpoint/2010/main" val="9902971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5" name="Google Shape;105;p22">
            <a:extLst xmlns:a="http://schemas.openxmlformats.org/drawingml/2006/main">
              <a:ext uri="{FF2B5EF4-FFF2-40B4-BE49-F238E27FC236}">
                <a16:creationId xmlns:a16="http://schemas.microsoft.com/office/drawing/2014/main" id="{81607BC5-5198-4203-B4FA-E42B46B784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578b58be1429c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6" name="PLAYER_NAME">
            <a:extLst xmlns:a="http://schemas.openxmlformats.org/drawingml/2006/main">
              <a:ext uri="{FF2B5EF4-FFF2-40B4-BE49-F238E27FC236}">
                <a16:creationId xmlns:a16="http://schemas.microsoft.com/office/drawing/2014/main" id="{64EE4626-04DF-4C2B-B5FF-B7272518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1630490"/>
            <a:ext cx="2642616" cy="1373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5100">
                <a:solidFill>
                  <a:srgbClr val="DDB887"/>
                </a:solidFill>
                <a:latin typeface="Impact"/>
                <a:ea typeface="Impact"/>
                <a:cs typeface="Impact"/>
              </a:defRPr>
            </a:defPPr>
          </a:lstStyle>
          <a:p xmlns:a="http://schemas.openxmlformats.org/drawingml/2006/main">
            <a:pPr algn="ctr">
              <a:defRPr sz="5100">
                <a:solidFill>
                  <a:srgbClr val="DDB887"/>
                </a:solidFill>
                <a:latin typeface="Impact"/>
                <a:ea typeface="Impact"/>
                <a:cs typeface="Impact"/>
              </a:defRPr>
            </a:pPr>
            <a:r>
              <a:rPr sz="5100">
                <a:solidFill>
                  <a:srgbClr val="DDB887"/>
                </a:solidFill>
                <a:latin typeface="Impact"/>
                <a:ea typeface="Impact"/>
                <a:cs typeface="Impact"/>
              </a:rPr>
              <a:t>PLAYER 09</a:t>
            </a:r>
          </a:p>
        </p:txBody>
      </p:sp>
    </p:spTree>
    <p:extLst>
      <p:ext uri="{BB962C8B-B14F-4D97-AF65-F5344CB8AC3E}">
        <p14:creationId xmlns:p14="http://schemas.microsoft.com/office/powerpoint/2010/main" val="74833736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1" name="Google Shape;111;p23">
            <a:extLst xmlns:a="http://schemas.openxmlformats.org/drawingml/2006/main">
              <a:ext uri="{FF2B5EF4-FFF2-40B4-BE49-F238E27FC236}">
                <a16:creationId xmlns:a16="http://schemas.microsoft.com/office/drawing/2014/main" id="{59AE319D-21BF-4FA9-B636-D13A85E5F9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a6616e4c414eeb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2" name="PLAYER_NAME">
            <a:extLst xmlns:a="http://schemas.openxmlformats.org/drawingml/2006/main">
              <a:ext uri="{FF2B5EF4-FFF2-40B4-BE49-F238E27FC236}">
                <a16:creationId xmlns:a16="http://schemas.microsoft.com/office/drawing/2014/main" id="{4B53426C-9B34-4E6B-A0C7-9A3EAEDC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062544"/>
            <a:ext cx="3758184" cy="1110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5100">
                <a:solidFill>
                  <a:srgbClr val="A3BA51"/>
                </a:solidFill>
                <a:latin typeface="Impact"/>
                <a:ea typeface="Impact"/>
                <a:cs typeface="Impact"/>
              </a:defRPr>
            </a:defPPr>
          </a:lstStyle>
          <a:p xmlns:a="http://schemas.openxmlformats.org/drawingml/2006/main">
            <a:pPr algn="ctr">
              <a:defRPr sz="5100">
                <a:solidFill>
                  <a:srgbClr val="A3BA51"/>
                </a:solidFill>
                <a:latin typeface="Impact"/>
                <a:ea typeface="Impact"/>
                <a:cs typeface="Impact"/>
              </a:defRPr>
            </a:pPr>
            <a:r>
              <a:rPr sz="5100">
                <a:solidFill>
                  <a:srgbClr val="A3BA51"/>
                </a:solidFill>
                <a:latin typeface="Impact"/>
                <a:ea typeface="Impact"/>
                <a:cs typeface="Impact"/>
              </a:rPr>
              <a:t>PLAYER 10</a:t>
            </a:r>
          </a:p>
        </p:txBody>
      </p:sp>
    </p:spTree>
    <p:extLst>
      <p:ext uri="{BB962C8B-B14F-4D97-AF65-F5344CB8AC3E}">
        <p14:creationId xmlns:p14="http://schemas.microsoft.com/office/powerpoint/2010/main" val="93983593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6" name="Google Shape;116;p24">
            <a:extLst xmlns:a="http://schemas.openxmlformats.org/drawingml/2006/main">
              <a:ext uri="{FF2B5EF4-FFF2-40B4-BE49-F238E27FC236}">
                <a16:creationId xmlns:a16="http://schemas.microsoft.com/office/drawing/2014/main" id="{0499CFC4-2243-4528-ADC8-A0AA5B0CC9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659ff707e27445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7" name="PLAYER_NAME">
            <a:extLst xmlns:a="http://schemas.openxmlformats.org/drawingml/2006/main">
              <a:ext uri="{FF2B5EF4-FFF2-40B4-BE49-F238E27FC236}">
                <a16:creationId xmlns:a16="http://schemas.microsoft.com/office/drawing/2014/main" id="{242CB710-1726-4F34-933F-B67C16C0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1378458"/>
            <a:ext cx="3264408" cy="1393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5100">
                <a:solidFill>
                  <a:srgbClr val="F6C634"/>
                </a:solidFill>
                <a:latin typeface="Impact"/>
                <a:ea typeface="Impact"/>
                <a:cs typeface="Impact"/>
              </a:defRPr>
            </a:defPPr>
          </a:lstStyle>
          <a:p xmlns:a="http://schemas.openxmlformats.org/drawingml/2006/main">
            <a:pPr algn="ctr">
              <a:defRPr sz="5100">
                <a:solidFill>
                  <a:srgbClr val="F6C634"/>
                </a:solidFill>
                <a:latin typeface="Impact"/>
                <a:ea typeface="Impact"/>
                <a:cs typeface="Impact"/>
              </a:defRPr>
            </a:pPr>
            <a:r>
              <a:rPr sz="5100">
                <a:solidFill>
                  <a:srgbClr val="F6C634"/>
                </a:solidFill>
                <a:latin typeface="Impact"/>
                <a:ea typeface="Impact"/>
                <a:cs typeface="Impact"/>
              </a:rPr>
              <a:t>PLAYER 11</a:t>
            </a:r>
          </a:p>
        </p:txBody>
      </p:sp>
    </p:spTree>
    <p:extLst>
      <p:ext uri="{BB962C8B-B14F-4D97-AF65-F5344CB8AC3E}">
        <p14:creationId xmlns:p14="http://schemas.microsoft.com/office/powerpoint/2010/main" val="183659518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1" name="Google Shape;121;p25">
            <a:extLst xmlns:a="http://schemas.openxmlformats.org/drawingml/2006/main">
              <a:ext uri="{FF2B5EF4-FFF2-40B4-BE49-F238E27FC236}">
                <a16:creationId xmlns:a16="http://schemas.microsoft.com/office/drawing/2014/main" id="{AD4A2376-8463-4E80-84ED-014FEA9999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4e8f18ee93418a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2" name="PLAYER_NAME">
            <a:extLst xmlns:a="http://schemas.openxmlformats.org/drawingml/2006/main">
              <a:ext uri="{FF2B5EF4-FFF2-40B4-BE49-F238E27FC236}">
                <a16:creationId xmlns:a16="http://schemas.microsoft.com/office/drawing/2014/main" id="{F5283662-7EB0-4C3A-8C66-E185B3FE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748790"/>
            <a:ext cx="3273552" cy="1507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5100">
                <a:solidFill>
                  <a:srgbClr val="D8751B"/>
                </a:solidFill>
                <a:latin typeface="Impact"/>
                <a:ea typeface="Impact"/>
                <a:cs typeface="Impact"/>
              </a:defRPr>
            </a:defPPr>
          </a:lstStyle>
          <a:p xmlns:a="http://schemas.openxmlformats.org/drawingml/2006/main">
            <a:pPr algn="ctr">
              <a:defRPr sz="5100">
                <a:solidFill>
                  <a:srgbClr val="D8751B"/>
                </a:solidFill>
                <a:latin typeface="Impact"/>
                <a:ea typeface="Impact"/>
                <a:cs typeface="Impact"/>
              </a:defRPr>
            </a:pPr>
            <a:r>
              <a:rPr sz="5100">
                <a:solidFill>
                  <a:srgbClr val="D8751B"/>
                </a:solidFill>
                <a:latin typeface="Impact"/>
                <a:ea typeface="Impact"/>
                <a:cs typeface="Impact"/>
              </a:rPr>
              <a:t>PLAYER 12</a:t>
            </a:r>
          </a:p>
        </p:txBody>
      </p:sp>
    </p:spTree>
    <p:extLst>
      <p:ext uri="{BB962C8B-B14F-4D97-AF65-F5344CB8AC3E}">
        <p14:creationId xmlns:p14="http://schemas.microsoft.com/office/powerpoint/2010/main" val="202920738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6" name="Google Shape;126;p26">
            <a:extLst xmlns:a="http://schemas.openxmlformats.org/drawingml/2006/main">
              <a:ext uri="{FF2B5EF4-FFF2-40B4-BE49-F238E27FC236}">
                <a16:creationId xmlns:a16="http://schemas.microsoft.com/office/drawing/2014/main" id="{005EAC3F-88F5-4916-A455-84FE4E2859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b1baaf5006485e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7" name="PLAYER_NAME">
            <a:extLst xmlns:a="http://schemas.openxmlformats.org/drawingml/2006/main">
              <a:ext uri="{FF2B5EF4-FFF2-40B4-BE49-F238E27FC236}">
                <a16:creationId xmlns:a16="http://schemas.microsoft.com/office/drawing/2014/main" id="{45710798-0A54-46F2-95D2-C1BFD0F6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1496758"/>
            <a:ext cx="3054096" cy="1661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5100">
                <a:solidFill>
                  <a:srgbClr val="DE332B"/>
                </a:solidFill>
                <a:latin typeface="Impact"/>
                <a:ea typeface="Impact"/>
                <a:cs typeface="Impact"/>
              </a:defRPr>
            </a:defPPr>
          </a:lstStyle>
          <a:p xmlns:a="http://schemas.openxmlformats.org/drawingml/2006/main">
            <a:pPr algn="ctr">
              <a:defRPr sz="5100">
                <a:solidFill>
                  <a:srgbClr val="DE332B"/>
                </a:solidFill>
                <a:latin typeface="Impact"/>
                <a:ea typeface="Impact"/>
                <a:cs typeface="Impact"/>
              </a:defRPr>
            </a:pPr>
            <a:r>
              <a:rPr sz="5100">
                <a:solidFill>
                  <a:srgbClr val="DE332B"/>
                </a:solidFill>
                <a:latin typeface="Impact"/>
                <a:ea typeface="Impact"/>
                <a:cs typeface="Impact"/>
              </a:rPr>
              <a:t>PLAYER 13</a:t>
            </a:r>
          </a:p>
        </p:txBody>
      </p:sp>
    </p:spTree>
    <p:extLst>
      <p:ext uri="{BB962C8B-B14F-4D97-AF65-F5344CB8AC3E}">
        <p14:creationId xmlns:p14="http://schemas.microsoft.com/office/powerpoint/2010/main" val="1067370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3" name="Google Shape;133;p27">
            <a:extLst xmlns:a="http://schemas.openxmlformats.org/drawingml/2006/main">
              <a:ext uri="{FF2B5EF4-FFF2-40B4-BE49-F238E27FC236}">
                <a16:creationId xmlns:a16="http://schemas.microsoft.com/office/drawing/2014/main" id="{1FA5DA1D-58FC-4660-9EDE-3542A49E4F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1a012e3a6a4d0f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4" name="PLAYER_NAME">
            <a:extLst xmlns:a="http://schemas.openxmlformats.org/drawingml/2006/main">
              <a:ext uri="{FF2B5EF4-FFF2-40B4-BE49-F238E27FC236}">
                <a16:creationId xmlns:a16="http://schemas.microsoft.com/office/drawing/2014/main" id="{87A9186A-C391-4269-9819-EDA1CEBC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2000822"/>
            <a:ext cx="3054096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5100">
                <a:solidFill>
                  <a:srgbClr val="5BC0DE"/>
                </a:solidFill>
                <a:latin typeface="Impact"/>
                <a:ea typeface="Impact"/>
                <a:cs typeface="Impact"/>
              </a:defRPr>
            </a:defPPr>
          </a:lstStyle>
          <a:p xmlns:a="http://schemas.openxmlformats.org/drawingml/2006/main">
            <a:pPr algn="ctr">
              <a:defRPr sz="5100">
                <a:solidFill>
                  <a:srgbClr val="5BC0DE"/>
                </a:solidFill>
                <a:latin typeface="Impact"/>
                <a:ea typeface="Impact"/>
                <a:cs typeface="Impact"/>
              </a:defRPr>
            </a:pPr>
            <a:r>
              <a:rPr sz="5100">
                <a:solidFill>
                  <a:srgbClr val="5BC0DE"/>
                </a:solidFill>
                <a:latin typeface="Impact"/>
                <a:ea typeface="Impact"/>
                <a:cs typeface="Impact"/>
              </a:rPr>
              <a:t>PLAYER 14</a:t>
            </a:r>
          </a:p>
        </p:txBody>
      </p:sp>
    </p:spTree>
    <p:extLst>
      <p:ext uri="{BB962C8B-B14F-4D97-AF65-F5344CB8AC3E}">
        <p14:creationId xmlns:p14="http://schemas.microsoft.com/office/powerpoint/2010/main" val="101365671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8" name="Google Shape;138;p28">
            <a:extLst xmlns:a="http://schemas.openxmlformats.org/drawingml/2006/main">
              <a:ext uri="{FF2B5EF4-FFF2-40B4-BE49-F238E27FC236}">
                <a16:creationId xmlns:a16="http://schemas.microsoft.com/office/drawing/2014/main" id="{115CBCB3-6F9C-4F90-B34E-34A7EE4EB9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adf376eb54645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9" name="PLAYER_NAME">
            <a:extLst xmlns:a="http://schemas.openxmlformats.org/drawingml/2006/main">
              <a:ext uri="{FF2B5EF4-FFF2-40B4-BE49-F238E27FC236}">
                <a16:creationId xmlns:a16="http://schemas.microsoft.com/office/drawing/2014/main" id="{F249A48B-C91D-4977-8204-5C1E85CB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1465897"/>
            <a:ext cx="3209544" cy="1666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5100">
                <a:solidFill>
                  <a:srgbClr val="29ACD0"/>
                </a:solidFill>
                <a:latin typeface="Impact"/>
                <a:ea typeface="Impact"/>
                <a:cs typeface="Impact"/>
              </a:defRPr>
            </a:defPPr>
          </a:lstStyle>
          <a:p xmlns:a="http://schemas.openxmlformats.org/drawingml/2006/main">
            <a:pPr algn="ctr">
              <a:defRPr sz="5100">
                <a:solidFill>
                  <a:srgbClr val="29ACD0"/>
                </a:solidFill>
                <a:latin typeface="Impact"/>
                <a:ea typeface="Impact"/>
                <a:cs typeface="Impact"/>
              </a:defRPr>
            </a:pPr>
            <a:r>
              <a:rPr sz="5100">
                <a:solidFill>
                  <a:srgbClr val="29ACD0"/>
                </a:solidFill>
                <a:latin typeface="Impact"/>
                <a:ea typeface="Impact"/>
                <a:cs typeface="Impact"/>
              </a:rPr>
              <a:t>PLAYER 15</a:t>
            </a:r>
          </a:p>
        </p:txBody>
      </p:sp>
    </p:spTree>
    <p:extLst>
      <p:ext uri="{BB962C8B-B14F-4D97-AF65-F5344CB8AC3E}">
        <p14:creationId xmlns:p14="http://schemas.microsoft.com/office/powerpoint/2010/main" val="789128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C458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3" name="Google Shape;143;p29">
            <a:extLst xmlns:a="http://schemas.openxmlformats.org/drawingml/2006/main">
              <a:ext uri="{FF2B5EF4-FFF2-40B4-BE49-F238E27FC236}">
                <a16:creationId xmlns:a16="http://schemas.microsoft.com/office/drawing/2014/main" id="{2332D572-9E64-4B90-ABBF-D69FF7F1D6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780f8c87740e9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4" name="PLAYER_NAME">
            <a:extLst xmlns:a="http://schemas.openxmlformats.org/drawingml/2006/main">
              <a:ext uri="{FF2B5EF4-FFF2-40B4-BE49-F238E27FC236}">
                <a16:creationId xmlns:a16="http://schemas.microsoft.com/office/drawing/2014/main" id="{1AF3C9CE-F875-44FE-85CA-7B8A7968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2000822"/>
            <a:ext cx="3447288" cy="114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5100">
                <a:solidFill>
                  <a:srgbClr val="44ADCF"/>
                </a:solidFill>
                <a:latin typeface="Impact"/>
                <a:ea typeface="Impact"/>
                <a:cs typeface="Impact"/>
              </a:defRPr>
            </a:defPPr>
          </a:lstStyle>
          <a:p xmlns:a="http://schemas.openxmlformats.org/drawingml/2006/main">
            <a:pPr algn="ctr">
              <a:defRPr sz="5100">
                <a:solidFill>
                  <a:srgbClr val="44ADCF"/>
                </a:solidFill>
                <a:latin typeface="Impact"/>
                <a:ea typeface="Impact"/>
                <a:cs typeface="Impact"/>
              </a:defRPr>
            </a:pPr>
            <a:r>
              <a:rPr sz="5100">
                <a:solidFill>
                  <a:srgbClr val="44ADCF"/>
                </a:solidFill>
                <a:latin typeface="Impact"/>
                <a:ea typeface="Impact"/>
                <a:cs typeface="Impact"/>
              </a:rPr>
              <a:t>PLAYER 16</a:t>
            </a:r>
          </a:p>
        </p:txBody>
      </p:sp>
    </p:spTree>
    <p:extLst>
      <p:ext uri="{BB962C8B-B14F-4D97-AF65-F5344CB8AC3E}">
        <p14:creationId xmlns:p14="http://schemas.microsoft.com/office/powerpoint/2010/main" val="75700997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8" name="Google Shape;148;p30">
            <a:extLst xmlns:a="http://schemas.openxmlformats.org/drawingml/2006/main">
              <a:ext uri="{FF2B5EF4-FFF2-40B4-BE49-F238E27FC236}">
                <a16:creationId xmlns:a16="http://schemas.microsoft.com/office/drawing/2014/main" id="{E422FA37-40DF-43B7-B788-614D4735EF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27963d9a94bd4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9" name="PLAYER_NAME">
            <a:extLst xmlns:a="http://schemas.openxmlformats.org/drawingml/2006/main">
              <a:ext uri="{FF2B5EF4-FFF2-40B4-BE49-F238E27FC236}">
                <a16:creationId xmlns:a16="http://schemas.microsoft.com/office/drawing/2014/main" id="{3E3B3791-CEFD-45B0-9BE5-6C882E8C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1733360"/>
            <a:ext cx="2459736" cy="1393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5100">
                <a:solidFill>
                  <a:srgbClr val="D74720"/>
                </a:solidFill>
                <a:latin typeface="Impact"/>
                <a:ea typeface="Impact"/>
                <a:cs typeface="Impact"/>
              </a:defRPr>
            </a:defPPr>
          </a:lstStyle>
          <a:p xmlns:a="http://schemas.openxmlformats.org/drawingml/2006/main">
            <a:pPr algn="ctr">
              <a:defRPr sz="5100">
                <a:solidFill>
                  <a:srgbClr val="D74720"/>
                </a:solidFill>
                <a:latin typeface="Impact"/>
                <a:ea typeface="Impact"/>
                <a:cs typeface="Impact"/>
              </a:defRPr>
            </a:pPr>
            <a:r>
              <a:rPr sz="5100">
                <a:solidFill>
                  <a:srgbClr val="D74720"/>
                </a:solidFill>
                <a:latin typeface="Impact"/>
                <a:ea typeface="Impact"/>
                <a:cs typeface="Impact"/>
              </a:rPr>
              <a:t>PLAYER 17</a:t>
            </a:r>
          </a:p>
        </p:txBody>
      </p:sp>
    </p:spTree>
    <p:extLst>
      <p:ext uri="{BB962C8B-B14F-4D97-AF65-F5344CB8AC3E}">
        <p14:creationId xmlns:p14="http://schemas.microsoft.com/office/powerpoint/2010/main" val="166326875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4" name="Google Shape;154;p31">
            <a:extLst xmlns:a="http://schemas.openxmlformats.org/drawingml/2006/main">
              <a:ext uri="{FF2B5EF4-FFF2-40B4-BE49-F238E27FC236}">
                <a16:creationId xmlns:a16="http://schemas.microsoft.com/office/drawing/2014/main" id="{A928CC29-E914-4DB2-9B78-7C14133867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d5be811d6a413b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777864128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2026-10-09T23:47:24.5310000Z</dcterms:created>
  <dcterms:modified xsi:type="dcterms:W3CDTF">2026-10-09T23:47:24.5310000Z</dcterms:modified>
</coreProperties>
</file>